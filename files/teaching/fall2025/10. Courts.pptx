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78" r:id="rId4"/>
    <p:sldId id="277" r:id="rId5"/>
    <p:sldId id="273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/>
    <p:restoredTop sz="83605"/>
  </p:normalViewPr>
  <p:slideViewPr>
    <p:cSldViewPr snapToGrid="0">
      <p:cViewPr varScale="1">
        <p:scale>
          <a:sx n="106" d="100"/>
          <a:sy n="106" d="100"/>
        </p:scale>
        <p:origin x="1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15E-7C30-95E0-50B7-2BC75A1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07B06-328E-B4C4-79CE-77515F6C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E706A-9F42-8BFA-6CCD-149A2B82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F599-BBF3-CD7F-FE75-BFACA0AD0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65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E40A-A8F4-FDE3-3612-62CC209B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E4750-D1A4-38C5-F498-193DD6811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A7F0E-14E6-3716-BCB6-AC1F579F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Remember it’s still some kind of media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So… we need to tell facts from ideas.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However, the media itself comprises of a “higher-order” fact – so it can also shape people’s view toward political polarization / partisanship.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We should be careful </a:t>
            </a:r>
            <a:r>
              <a:rPr kumimoji="1" lang="en-US" altLang="zh-CN"/>
              <a:t>about it!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4AB4D-6D58-DCD7-3730-62CA58F68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743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Yt2xUJfdyw?start=703&amp;feature=oembed" TargetMode="Externa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439425"/>
          </a:xfrm>
        </p:spPr>
        <p:txBody>
          <a:bodyPr>
            <a:normAutofit/>
          </a:bodyPr>
          <a:lstStyle/>
          <a:p>
            <a:r>
              <a:rPr kumimoji="1" lang="en-US" altLang="zh-CN" sz="5400" b="1" dirty="0">
                <a:latin typeface="Century Gothic" panose="020B0502020202020204" pitchFamily="34" charset="0"/>
              </a:rPr>
              <a:t>10. Courts</a:t>
            </a:r>
            <a:endParaRPr kumimoji="1" lang="zh-CN" altLang="en-US" sz="54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Supreme Revenge: Battle for the Court (2019)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8404"/>
            <a:ext cx="10784306" cy="53995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How has the U.S. Supreme Court become a central battlefield in American partisan politics?</a:t>
            </a:r>
            <a:endParaRPr kumimoji="1" lang="en-US" altLang="zh-CN" sz="20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Since Supreme Court justices serve for life, appointments by a certain president can have further impacts beyond his office, shaping the future of American law and society.</a:t>
            </a: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The failed nomination of Robert Bork (Conservative) in 1987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Decades in escalating political conflict over judicial appointments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Senate Majority Leader Mitch McConnell’s strategy to block President Obama’s nominee, Merrick Garland (Liberal), and to later secure seats for President Trump’s appointees</a:t>
            </a: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6F16-9FF2-0C95-D10C-7464FE9C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E344E-C485-BD9A-0D2F-144EA77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63" y="-2403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Key Figures (thanks to ChatGPT!)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A0FD190-DAE4-0EBA-2880-CA99E5271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809526"/>
              </p:ext>
            </p:extLst>
          </p:nvPr>
        </p:nvGraphicFramePr>
        <p:xfrm>
          <a:off x="717885" y="1450562"/>
          <a:ext cx="11133221" cy="4768691"/>
        </p:xfrm>
        <a:graphic>
          <a:graphicData uri="http://schemas.openxmlformats.org/drawingml/2006/table">
            <a:tbl>
              <a:tblPr/>
              <a:tblGrid>
                <a:gridCol w="2057354">
                  <a:extLst>
                    <a:ext uri="{9D8B030D-6E8A-4147-A177-3AD203B41FA5}">
                      <a16:colId xmlns:a16="http://schemas.microsoft.com/office/drawing/2014/main" val="2717673957"/>
                    </a:ext>
                  </a:extLst>
                </a:gridCol>
                <a:gridCol w="3009613">
                  <a:extLst>
                    <a:ext uri="{9D8B030D-6E8A-4147-A177-3AD203B41FA5}">
                      <a16:colId xmlns:a16="http://schemas.microsoft.com/office/drawing/2014/main" val="604569230"/>
                    </a:ext>
                  </a:extLst>
                </a:gridCol>
                <a:gridCol w="6066254">
                  <a:extLst>
                    <a:ext uri="{9D8B030D-6E8A-4147-A177-3AD203B41FA5}">
                      <a16:colId xmlns:a16="http://schemas.microsoft.com/office/drawing/2014/main" val="958229346"/>
                    </a:ext>
                  </a:extLst>
                </a:gridCol>
              </a:tblGrid>
              <a:tr h="269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Name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Role/Position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Involvement in the Court Battle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977828"/>
                  </a:ext>
                </a:extLst>
              </a:tr>
              <a:tr h="798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Mitch McConnell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Senate Majority Leader (Republican, Kentucky)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Blocked Merrick Garland’s nomination in 2016; later pushed through Trump’s nominees. Central figure of the “revenge” narrative.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655507"/>
                  </a:ext>
                </a:extLst>
              </a:tr>
              <a:tr h="503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Chuck Grassley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Chairman, Senate Judiciary Committee (Republican, Iowa)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Refused to hold hearings for Garland’s nomination in 2016, supporting McConnell’s strategy.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973969"/>
                  </a:ext>
                </a:extLst>
              </a:tr>
              <a:tr h="503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Robert Bork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Supreme Court nominee (1987, by President Reagan)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Defeated in Senate confirmation, marking the start of highly politicized judicial battles.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022513"/>
                  </a:ext>
                </a:extLst>
              </a:tr>
              <a:tr h="503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Clarence Thomas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Supreme Court Justice (nominated by President George H.W. Bush, 1991)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Confirmation hearings dominated by sexual harassment allegations; symbol of divisive confirmations.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129201"/>
                  </a:ext>
                </a:extLst>
              </a:tr>
              <a:tr h="546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Merrick Garland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Supreme Court nominee (2016, by President Obama)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Blocked from even receiving a hearing; later became U.S. Attorney General under President Biden.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66218"/>
                  </a:ext>
                </a:extLst>
              </a:tr>
              <a:tr h="503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Brett Kavanaugh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Supreme Court Justice (nominated by Trump, 2018)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latin typeface="Constantia" panose="02030602050306030303" pitchFamily="18" charset="0"/>
                        </a:rPr>
                        <a:t>Took the seat that would have gone to Garland. 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Faced a highly contentious confirmation with allegations of sexual misconduct.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270409"/>
                  </a:ext>
                </a:extLst>
              </a:tr>
              <a:tr h="737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Ruth Bader Ginsburg (RBG)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Supreme Court Justice (appointed by President Clinton, 1993)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Iconic liberal justice; her 2020 death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+mn-ea"/>
                          <a:cs typeface="+mn-cs"/>
                        </a:rPr>
                        <a:t>opened the door for the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+mn-ea"/>
                          <a:cs typeface="+mn-cs"/>
                        </a:rPr>
                        <a:t>third major rightward shifts in the Court since 1953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2246" marR="42246" marT="21123" marB="2112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97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58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A159-6E09-DF20-2CF9-5B674EF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DB59-FBA6-E571-4BCA-B4175B80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3" y="1325563"/>
            <a:ext cx="11095496" cy="55324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Do you think the Supreme Court can still be considered an independent, nonpartisan institution? Why or why not?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Should the Senate have such strong power to block or push through judicial nominations (leading to partisanship)?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Should Supreme Court justices still serve for life, or should there be term limits (given their really big influence)?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Was Mitch McConnell’s blocking of Merrick Garland in 2016 justified, or was it purely partisan revenge?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How does the politicization of the Court affect public trust in American democracy?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If you were a policymaker, what reforms (if any) would you propose for the Supreme Court?</a:t>
            </a: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53FB3A-F8D3-064D-442A-DC7D8012FA2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Potential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Questions for Reflection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12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在线媒体 7" descr="Supreme Revenge (full documentary) | FRONTLINE">
            <a:hlinkClick r:id="" action="ppaction://media"/>
            <a:extLst>
              <a:ext uri="{FF2B5EF4-FFF2-40B4-BE49-F238E27FC236}">
                <a16:creationId xmlns:a16="http://schemas.microsoft.com/office/drawing/2014/main" id="{FD34C407-9A91-ABD7-3645-D0C5F5E200F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65028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Political Parties &amp; Interest Groups</a:t>
            </a:r>
            <a:r>
              <a:rPr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587</Words>
  <Application>Microsoft Macintosh PowerPoint</Application>
  <PresentationFormat>宽屏</PresentationFormat>
  <Paragraphs>61</Paragraphs>
  <Slides>6</Slides>
  <Notes>5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Century Gothic</vt:lpstr>
      <vt:lpstr>Constantia</vt:lpstr>
      <vt:lpstr>Office 主题​​</vt:lpstr>
      <vt:lpstr>10. Courts</vt:lpstr>
      <vt:lpstr>Supreme Revenge: Battle for the Court (2019)</vt:lpstr>
      <vt:lpstr>Key Figures (thanks to ChatGPT!)</vt:lpstr>
      <vt:lpstr>PowerPoint 演示文稿</vt:lpstr>
      <vt:lpstr>PowerPoint 演示文稿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114</cp:revision>
  <dcterms:created xsi:type="dcterms:W3CDTF">2025-08-13T18:40:43Z</dcterms:created>
  <dcterms:modified xsi:type="dcterms:W3CDTF">2025-10-06T20:05:45Z</dcterms:modified>
</cp:coreProperties>
</file>